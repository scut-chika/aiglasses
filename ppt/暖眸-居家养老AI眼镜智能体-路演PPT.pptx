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开场：独居老人王奶奶的一天。戴上眼镜，她再也不怕忘吃药、找不到东西。暖眸——看得见、记得住、靠得住。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痛点数据化：找东西平均每天 1–2 次；忘服药在轻度认知障碍老人中比例高；跌倒后独居老人错过救援是重大风险。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定位一句话：给独居老人配一个看得见、记得住、靠得住的随身智能体。为什么是眼镜——找物、确认服药、判断跌倒都要第一视角。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功能分层：P0 是本次比赛演示的三个闭环；P1 是展示完整产品边界的加分项。明确“不做”比“什么都会”更重要。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这是评分核心：原生智能体必须有主动性。每条主动消息都有触发原因和优先级，且遵守低打扰原则。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演示实录：09:12 老人提问 → 记忆库检索命中（置信度 0.9）→ 语音回答 → 09:13 复核更新。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演示实录：08:00 Agent 主动开口（时间触发 HIGH）→ 08:02 视觉确认药盒 → 08:04 确认服药写入健康日志。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演示实录：08:50 场景触发提醒 → 08:52 确认关火更新状态 → 08:54 再次出门只提醒天气（状态记忆生效）。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安全守护是完整性的加分项：双通道确认降低误报，二次确认避免打扰，无回应自动升级。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架构一句话：眼镜负责看和听，Agent 决定说什么做什么，记忆让服务越用越懂老人。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记忆即能力：找物靠记忆、服药靠记忆、出门提醒靠记忆。隐私是底线，本地优先 + 可删除。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技术选型强调可落地：初赛用规则版 Agent 跑通闭环，真机阶段替换为多模态 LLM 与 GPASS 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合规是评委必问项：数据从哪来、存哪里、谁能删、出问题谁负责——逐条讲清楚。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现场演示：打开 Web Demo，依次跑三个闭环；强调每一步的决策轨迹和记忆面板变化。断网也能跑（file:// 直接打开）。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迭代路线突出可落地：本次比赛交付可运行 Demo，后续按安全守护、规模服务、生态沉淀推进。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 30 秒：回归愿景——不是参数竞赛，而是让老人被看见、被记得、被守护。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143000"/>
            <a:ext cx="128016" cy="4023360"/>
          </a:xfrm>
          <a:prstGeom prst="roundRect">
            <a:avLst>
              <a:gd name="adj" fmla="val 50000"/>
            </a:avLst>
          </a:prstGeom>
          <a:solidFill>
            <a:srgbClr val="6D8DFF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4173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b="1" i="0">
                <a:solidFill>
                  <a:srgbClr val="6D8DFF"/>
                </a:solidFill>
                <a:latin typeface="Microsoft YaHei"/>
                <a:ea typeface="Microsoft YaHei"/>
              </a:rPr>
              <a:t>暖眸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E8EAF6"/>
                </a:solidFill>
                <a:latin typeface="Microsoft YaHei"/>
                <a:ea typeface="Microsoft YaHei"/>
              </a:rPr>
              <a:t>居家养老 AI 眼镜智能体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004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FFB454"/>
                </a:solidFill>
                <a:latin typeface="Microsoft YaHei"/>
                <a:ea typeface="Microsoft YaHei"/>
              </a:rPr>
              <a:t>看得见 · 记得住 · 靠得住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1148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赛题方向：AI+眼镜 · 下一代个人智能终端原生智能体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5262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赛道：生活健康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93776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重点验证：第一视角 · 语音交互 · 实时感知 · 随身陪伴 · 轻量反馈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8978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队伍：＿＿＿＿＿＿   |   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6D8D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774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E8EAF6"/>
                </a:solidFill>
                <a:latin typeface="Microsoft YaHei"/>
                <a:ea typeface="Microsoft YaHei"/>
              </a:rPr>
              <a:t>独居老人的一天：遗忘、安全、孤独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7498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目标用户：60–80 岁独居 / 白天独居、轻度记忆衰退、生活基本自理的老人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704338" cy="301752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🧓 遗忘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找不到老花镜、钥匙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忘记吃药、重复吃药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反复翻找、着急无助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4418" y="1554480"/>
            <a:ext cx="2704338" cy="301752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🆘 安全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跌倒无人知晓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出门忘带伞、忘关火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错过黄金救援时间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0196" y="1554480"/>
            <a:ext cx="2704338" cy="301752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🏠 孤独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子女不在身边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没人说话、情绪低落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子女打电话追问反而嫌烦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5974" y="1554480"/>
            <a:ext cx="2704338" cy="301752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📱 子女焦虑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“吃药了吗？”式电话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问了嫌烦、不问担心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无法获得日常真实状态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核心矛盾：老人需要“看得见、记得住、靠得住”的随身守护，而现有设备做不到第一视角。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B93B8"/>
                </a:solidFill>
                <a:latin typeface="Microsoft YaHei"/>
                <a:ea typeface="Microsoft YaHei"/>
              </a:rPr>
              <a:t>手机：老人不会用、操作繁琐，无法感知“眼前的世界”   手表：只测数据，看不见、听不见、不会主动说话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6D8D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774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E8EAF6"/>
                </a:solidFill>
                <a:latin typeface="Microsoft YaHei"/>
                <a:ea typeface="Microsoft YaHei"/>
              </a:rPr>
              <a:t>产品定位：给独居老人配一个随身智能体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7498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为什么是眼镜：第一视角才能“看见老人看见的”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E8EAF6"/>
                </a:solidFill>
                <a:latin typeface="Microsoft YaHei"/>
                <a:ea typeface="Microsoft YaHei"/>
              </a:rPr>
              <a:t>暖眸 = 眼镜（第一视角感知） + 语音（说比按方便） + 持续记忆（记得住） + 主动 Agent（靠得住）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1868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一级用户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218688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60–80 岁独居老人：轻度健忘、生活自理、不愿用手机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67912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二级用户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023360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子女（远程安心）与社区护工（批量服务）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72584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典型画像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828032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王奶奶，68 岁，独居，轻度健忘：常找不到老花镜、偶尔忘吃降压药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77256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63270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差异化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632704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不是“拍照+问答”的眼镜，而是感知驱动、主动触发、记忆沉淀的原生智能体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6D8D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774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E8EAF6"/>
                </a:solidFill>
                <a:latin typeface="Microsoft YaHei"/>
                <a:ea typeface="Microsoft YaHei"/>
              </a:rPr>
              <a:t>功能总览：7 项能力，3 个 P0 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7498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P0：可演示闭环 ｜ P1：安全守护与陪伴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704338" cy="2084831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F1 记忆找物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被动响应 · 语音提问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第一视角记忆物品位置，随问随答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优先级：P0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4418" y="1417320"/>
            <a:ext cx="2704338" cy="2084831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F2 用药提醒+确认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主动服务 · 时间触发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到点提醒，视觉确认，漏服通知家人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优先级：P0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0196" y="1417320"/>
            <a:ext cx="2704338" cy="2084831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F3 出门提醒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主动服务 · 场景触发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天气+室内状态联动，出门前一句话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优先级：P0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5974" y="1417320"/>
            <a:ext cx="2704338" cy="2084831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F4 跌倒检测求助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主动守护 · 异常触发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IMU+视觉双通道，无回应自动联系家人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优先级：P1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85032"/>
            <a:ext cx="2704338" cy="2084831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F5 主动陪伴播报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主动陪伴 · 情绪触发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天气/新闻/回忆，低打扰聊天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优先级：P1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4418" y="3685032"/>
            <a:ext cx="2704338" cy="2084831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F6 家人健康日报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异步通知 · 每日汇总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每晚一条“今天都挺好”，异常才详报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优先级：P1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0196" y="3685032"/>
            <a:ext cx="2704338" cy="2084831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F7 一键紧急求助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被动响应 · 镜腿长按/SOS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呼叫紧急联系人并发送位置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优先级：P1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反功能：不做医疗诊断 · 不持续云端录像 · 不识别陌生人面孔 · 不做营销打扰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6D8D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774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E8EAF6"/>
                </a:solidFill>
                <a:latin typeface="Microsoft YaHei"/>
                <a:ea typeface="Microsoft YaHei"/>
              </a:rPr>
              <a:t>原生智能体：主动触发引擎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7498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不是泛问答——“是否开口”由 Agent 自主评估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145182" cy="274320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⏰ 时间触发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触发条件：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08:00 用药计划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输出：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“该吃降压药了”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 HIGH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5262" y="1463040"/>
            <a:ext cx="2145182" cy="274320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🚪 场景触发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触发条件：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识别到走向门口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输出：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“下雨带伞，厨房火没关”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 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1884" y="1463040"/>
            <a:ext cx="2145182" cy="274320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🆘 异常触发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触发条件：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跌倒 / 久未活动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输出：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“您摔着了吗？”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 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58507" y="1463040"/>
            <a:ext cx="2145182" cy="274320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💡 记忆触发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触发条件：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重复问同一物品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输出：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“您上次问过，在床头柜”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 MEDIUM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95129" y="1463040"/>
            <a:ext cx="2145182" cy="274320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💬 情绪触发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触发条件：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语气低沉 / 久未说话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输出：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“天气好，出去走走？”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 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1091672" cy="1097280"/>
          </a:xfrm>
          <a:prstGeom prst="roundRect">
            <a:avLst>
              <a:gd name="adj" fmla="val 8000"/>
            </a:avLst>
          </a:prstGeom>
          <a:solidFill>
            <a:srgbClr val="151A3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决策守卫：是否开口 = f(事件价值, 紧急程度, 打扰成本, 当前上下文)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深夜不主动闲聊 · 跌倒立即触发 · 对话中降级为静默记录 · 低打扰才是长期陪伴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6D8D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774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E8EAF6"/>
                </a:solidFill>
                <a:latin typeface="Microsoft YaHei"/>
                <a:ea typeface="Microsoft YaHei"/>
              </a:rPr>
              <a:t>闭环一 · 记忆找物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7498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第一视角记忆：看过即记住，随问随答，找到后复核更新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① 语音提问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“我的老花镜呢？”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4036" y="2199132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25496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② 检索记忆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物品-位置-置信度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50892" y="2199132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02352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③ 语音回答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“在客厅茶几上”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7748" y="2199132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79208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④ 找到确认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“找到了”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04604" y="2199132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56064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⑤ 复核更新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记忆置信度刷新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异常分支与沉淀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408676" cy="141732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B454"/>
                </a:solidFill>
                <a:latin typeface="Microsoft YaHei"/>
                <a:ea typeface="Microsoft YaHei"/>
              </a:rPr>
              <a:t>记忆未命中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B454"/>
                </a:solidFill>
                <a:latin typeface="Microsoft YaHei"/>
                <a:ea typeface="Microsoft YaHei"/>
              </a:rPr>
              <a:t>现场视觉扫描高频区域，找到后回写记忆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48755" y="3931920"/>
            <a:ext cx="5408676" cy="141732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6B81"/>
                </a:solidFill>
                <a:latin typeface="Microsoft YaHei"/>
                <a:ea typeface="Microsoft YaHei"/>
              </a:rPr>
              <a:t>拒绝泛答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6B81"/>
                </a:solidFill>
                <a:latin typeface="Microsoft YaHei"/>
                <a:ea typeface="Microsoft YaHei"/>
              </a:rPr>
              <a:t>没有把握时明确告知，不编造位置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B93B8"/>
                </a:solidFill>
                <a:latin typeface="Microsoft YaHei"/>
                <a:ea typeface="Microsoft YaHei"/>
              </a:rPr>
              <a:t>闭环价值：感知 → 决策 → 行动 → 反馈 → 记忆沉淀，全链路可回溯。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6D8D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774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E8EAF6"/>
                </a:solidFill>
                <a:latin typeface="Microsoft YaHei"/>
                <a:ea typeface="Microsoft YaHei"/>
              </a:rPr>
              <a:t>闭环二 · 用药提醒（主动 Agent 核心演示）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7498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时间触发 → 主动开口 → 视觉确认 → 健康日志 → 漏服升级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① 08:00 触发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用药计划到点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4036" y="2199132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25496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② 主动开口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“该吃降压药了”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50892" y="2199132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02352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③ 视觉确认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识别到药盒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7748" y="2199132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79208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④ 确认服药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“吃完了”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04604" y="2199132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56064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⑤ 写入日志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健康日志+日报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异常分支与沉淀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408676" cy="141732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B454"/>
                </a:solidFill>
                <a:latin typeface="Microsoft YaHei"/>
                <a:ea typeface="Microsoft YaHei"/>
              </a:rPr>
              <a:t>10 分钟未确认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B454"/>
                </a:solidFill>
                <a:latin typeface="Microsoft YaHei"/>
                <a:ea typeface="Microsoft YaHei"/>
              </a:rPr>
              <a:t>震动 + 再次提醒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48755" y="3931920"/>
            <a:ext cx="5408676" cy="141732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6B81"/>
                </a:solidFill>
                <a:latin typeface="Microsoft YaHei"/>
                <a:ea typeface="Microsoft YaHei"/>
              </a:rPr>
              <a:t>30 分钟未确认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6B81"/>
                </a:solidFill>
                <a:latin typeface="Microsoft YaHei"/>
                <a:ea typeface="Microsoft YaHei"/>
              </a:rPr>
              <a:t>通知子女“可能漏服”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B93B8"/>
                </a:solidFill>
                <a:latin typeface="Microsoft YaHei"/>
                <a:ea typeface="Microsoft YaHei"/>
              </a:rPr>
              <a:t>闭环价值：感知 → 决策 → 行动 → 反馈 → 记忆沉淀，全链路可回溯。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6D8D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774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E8EAF6"/>
                </a:solidFill>
                <a:latin typeface="Microsoft YaHei"/>
                <a:ea typeface="Microsoft YaHei"/>
              </a:rPr>
              <a:t>闭环三 · 出门提醒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7498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场景触发 → 天气 API + 室内状态联动 → 确认后状态更新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① 走向门口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视觉识别出门意图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4036" y="2199132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25496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② 状态查询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天气 + 灶台状态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50892" y="2199132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02352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③ 联动提醒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“带伞，火没关”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7748" y="2199132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79208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④ 返回关火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“火关了，放心出门”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04604" y="2199132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56064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⑤ 状态更新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室内状态记忆刷新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异常分支与沉淀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408676" cy="141732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57D9A3"/>
                </a:solidFill>
                <a:latin typeface="Microsoft YaHei"/>
                <a:ea typeface="Microsoft YaHei"/>
              </a:rPr>
              <a:t>再次出门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57D9A3"/>
                </a:solidFill>
                <a:latin typeface="Microsoft YaHei"/>
                <a:ea typeface="Microsoft YaHei"/>
              </a:rPr>
              <a:t>只提醒天气，不重复唠叨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48755" y="3931920"/>
            <a:ext cx="5408676" cy="141732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B454"/>
                </a:solidFill>
                <a:latin typeface="Microsoft YaHei"/>
                <a:ea typeface="Microsoft YaHei"/>
              </a:rPr>
              <a:t>30 分钟未归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B454"/>
                </a:solidFill>
                <a:latin typeface="Microsoft YaHei"/>
                <a:ea typeface="Microsoft YaHei"/>
              </a:rPr>
              <a:t>家人低打扰通知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B93B8"/>
                </a:solidFill>
                <a:latin typeface="Microsoft YaHei"/>
                <a:ea typeface="Microsoft YaHei"/>
              </a:rPr>
              <a:t>闭环价值：感知 → 决策 → 行动 → 反馈 → 记忆沉淀，全链路可回溯。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6D8DF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774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E8EAF6"/>
                </a:solidFill>
                <a:latin typeface="Microsoft YaHei"/>
                <a:ea typeface="Microsoft YaHei"/>
              </a:rPr>
              <a:t>闭环四 · 跌倒检测与求助（安全守护）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7498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IMU + 视觉双通道确认，降低误报；无回应自动联系家人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① 双通道检测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IMU 姿态突变 + 人形倒地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4036" y="2199132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25496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② 语音二次确认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“您摔着了吗？”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50892" y="2199132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02352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③ 有回应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“没事”→ 通知家人一条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7748" y="2199132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79208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④ 无回应 15s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自动呼叫紧急联系人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04604" y="2199132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56064" y="1417320"/>
            <a:ext cx="1984248" cy="178308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⑤ 事件沉淀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入健康日志 + 误报样本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异常分支与沉淀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408676" cy="141732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责任边界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定位为提醒+通知工具，非医疗设备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48755" y="3931920"/>
            <a:ext cx="5408676" cy="141732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5AB0FF"/>
                </a:solidFill>
                <a:latin typeface="Microsoft YaHei"/>
                <a:ea typeface="Microsoft YaHei"/>
              </a:rPr>
              <a:t>家属联动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5AB0FF"/>
                </a:solidFill>
                <a:latin typeface="Microsoft YaHei"/>
                <a:ea typeface="Microsoft YaHei"/>
              </a:rPr>
              <a:t>附定位 + 第一视角快照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B93B8"/>
                </a:solidFill>
                <a:latin typeface="Microsoft YaHei"/>
                <a:ea typeface="Microsoft YaHei"/>
              </a:rPr>
              <a:t>闭环价值：感知 → 决策 → 行动 → 反馈 → 记忆沉淀，全链路可回溯。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6D8DF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774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E8EAF6"/>
                </a:solidFill>
                <a:latin typeface="Microsoft YaHei"/>
                <a:ea typeface="Microsoft YaHei"/>
              </a:rPr>
              <a:t>Agent 架构：感知 → 决策 → 工具 → 反馈 → 记忆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7498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端云协同：实时感知在端侧，理解与推理在云端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44751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6D8DFF"/>
                </a:solidFill>
                <a:latin typeface="Microsoft YaHei"/>
                <a:ea typeface="Microsoft YaHei"/>
              </a:rPr>
              <a:t>感知层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463039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摄像头帧流（第一视角）· 麦克风（含方言 ASR）· IMU · GPS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06440" y="1970531"/>
            <a:ext cx="411480" cy="155448"/>
          </a:xfrm>
          <a:prstGeom prst="downArrow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9514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5AB0FF"/>
                </a:solidFill>
                <a:latin typeface="Microsoft YaHei"/>
                <a:ea typeface="Microsoft YaHei"/>
              </a:rPr>
              <a:t>情境引擎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313432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场景标签 · 人物状态 · 物品位置 · 对话 / 时间 / 天气上下文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06440" y="2820923"/>
            <a:ext cx="411480" cy="155448"/>
          </a:xfrm>
          <a:prstGeom prst="downArrow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999231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45535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Agent 核心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163823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意图理解 · 主动触发引擎 · 任务规划 · 决策守卫（优先级 / 打扰成本 / 权限）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806440" y="3671315"/>
            <a:ext cx="411480" cy="155448"/>
          </a:xfrm>
          <a:prstGeom prst="downArrow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849623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95927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57D9A3"/>
                </a:solidFill>
                <a:latin typeface="Microsoft YaHei"/>
                <a:ea typeface="Microsoft YaHei"/>
              </a:rPr>
              <a:t>工具层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014215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记忆库（物品/事件/健康）· 用药计划 · 天气 API · 紧急联系 · 家人通知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06440" y="4521707"/>
            <a:ext cx="411480" cy="155448"/>
          </a:xfrm>
          <a:prstGeom prst="downArrow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700015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46319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6B81"/>
                </a:solidFill>
                <a:latin typeface="Microsoft YaHei"/>
                <a:ea typeface="Microsoft YaHei"/>
              </a:rPr>
              <a:t>反馈层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864607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TTS 语音 · 骨传导 · 震动 · LED · 微显示（轻量反馈）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806440" y="5372099"/>
            <a:ext cx="411480" cy="155448"/>
          </a:xfrm>
          <a:prstGeom prst="downArrow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5550407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8B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696711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8B93B8"/>
                </a:solidFill>
                <a:latin typeface="Microsoft YaHei"/>
                <a:ea typeface="Microsoft YaHei"/>
              </a:rPr>
              <a:t>记忆沉淀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5714999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短期事件 → 长期记忆 · 遗忘策略 · 用户可删除 · 可回溯审计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B454"/>
                </a:solidFill>
                <a:latin typeface="Microsoft YaHei"/>
                <a:ea typeface="Microsoft YaHei"/>
              </a:rPr>
              <a:t>决策全程可回溯 → 隐私审计 + 演示可视化（决策轨迹就是“原生智能体”的证据）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6D8DFF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774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E8EAF6"/>
                </a:solidFill>
                <a:latin typeface="Microsoft YaHei"/>
                <a:ea typeface="Microsoft YaHei"/>
              </a:rPr>
              <a:t>记忆系统：Agent 的核心资产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7498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物品位置 · 用药记录 · 生活习惯 · 健康事件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9824" cy="146304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短期记忆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当前对话 · 最近 30 分钟事件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417320"/>
            <a:ext cx="5449824" cy="146304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长期记忆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物品-位置（时间戳+置信度）· 用药记录 · 习惯 · 健康事件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5449824" cy="146304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遗忘策略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低置信度自动降权 · 周期性清理 · 支持“忘记这个”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108960"/>
            <a:ext cx="5449824" cy="146304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家人可见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云端仅同步摘要（服药、出门、异常）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隐私设计：本地优先 · 最小必要 · 高价值物品才记忆 · 支持查看与删除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B93B8"/>
                </a:solidFill>
                <a:latin typeface="Microsoft YaHei"/>
                <a:ea typeface="Microsoft YaHei"/>
              </a:rPr>
              <a:t>反功能：不做持续云端录像 · 不识别陌生人面孔 · 采集有指示灯并可随时撤回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6D8DFF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774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E8EAF6"/>
                </a:solidFill>
                <a:latin typeface="Microsoft YaHei"/>
                <a:ea typeface="Microsoft YaHei"/>
              </a:rPr>
              <a:t>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7498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模型 · 语音 · Agent 编排 · 知识库 · 部署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1672" cy="676656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端侧感知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517904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眼镜摄像头 + IMU；轻量模型（场景 / 物体 / 人形），或 GPASS 端侧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11091672" cy="676656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4086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多模态理解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340864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GPT-4o / 千问 VL：复杂场景理解、OCR 文字识别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91672" cy="676656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6382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语音交互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163824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支持方言的 ASR（讯飞 / 通义）+ 慢速清晰 TTS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1091672" cy="676656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8678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Agent 编排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986784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蚂蚁百宝箱 + GPASS（镜腿触控 / 语音 / 摄像头 API）；备选 LangGraph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63440"/>
            <a:ext cx="11091672" cy="676656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0974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809744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用药常识、老年健康问答（RAG），明确“不做诊断”边界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86400"/>
            <a:ext cx="11091672" cy="676656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3270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部署方式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632704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端云协同：实时性要求高的端侧，理解与推理云端，家人通知走云推送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6D8DFF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774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E8EAF6"/>
                </a:solidFill>
                <a:latin typeface="Microsoft YaHei"/>
                <a:ea typeface="Microsoft YaHei"/>
              </a:rPr>
              <a:t>数据来源与合规边界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7498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数据授权 · 隐私保护 · 风险提示 · 行业边界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704338" cy="329184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数据来源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用户与家属授权采集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开源 / 自采模拟数据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演示用剧本数据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4418" y="1554480"/>
            <a:ext cx="2704338" cy="329184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隐私保护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本地优先 · 最小必要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人脸模糊 · 加密存储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可查看、可删除、可撤回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0196" y="1554480"/>
            <a:ext cx="2704338" cy="329184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合规边界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个人信息保护法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采集指示灯 + 知情同意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适老化认证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5974" y="1554480"/>
            <a:ext cx="2704338" cy="329184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风险声明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不做医疗诊断（提醒工具）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跌倒求助为通知辅助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误报 / 依赖 / 误触发有预案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核心原则：服务的是“提醒与陪伴”，把医疗诊断、急救责任明确挡在边界之外。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6D8DFF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774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E8EAF6"/>
                </a:solidFill>
                <a:latin typeface="Microsoft YaHei"/>
                <a:ea typeface="Microsoft YaHei"/>
              </a:rPr>
              <a:t>Demo：Web 端可运行演示（初赛无需硬件）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7498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三个闭环 · 决策轨迹可视化 · 浏览器即可复现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151A3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三个闭环一键切换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① 记忆找物（被动响应）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② 用药提醒（主动 Agent）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③ 出门提醒（场景触发）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逐步 / 自动播放 · 浏览器中文语音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长期记忆面板实时更新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468112" cy="3566160"/>
          </a:xfrm>
          <a:prstGeom prst="roundRect">
            <a:avLst>
              <a:gd name="adj" fmla="val 6000"/>
            </a:avLst>
          </a:prstGeom>
          <a:solidFill>
            <a:srgbClr val="0B0E1C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[感知] 08:00 场景=卧室 · 语音=无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[触发] ⏰ 时间触发 · 用药计划（HIGH）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[工具] 用药计划 → 降压药（1粒/日）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[记忆] 无变更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[反馈] 🔊 王奶奶，该吃降压药了。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Agent 决策轨迹实时展示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= 原生智能体直接证据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B454"/>
                </a:solidFill>
                <a:latin typeface="Microsoft YaHei"/>
                <a:ea typeface="Microsoft YaHei"/>
              </a:rPr>
              <a:t>无需硬件 · 无需后端 · 双击 index.html 即可运行 · 可部署为在线链接 · 录屏即演示视频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配套：Python 版 Demo（三个闭环 --check 全部通过）· 逻辑校验页 · 分镜脚本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6D8DFF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774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E8EAF6"/>
                </a:solidFill>
                <a:latin typeface="Microsoft YaHei"/>
                <a:ea typeface="Microsoft YaHei"/>
              </a:rPr>
              <a:t>后续迭代计划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7498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从可演示闭环到长期陪伴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567178" cy="265176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V1 · 本次比赛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记忆找物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用药提醒+确认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出门提醒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2394" y="2697480"/>
            <a:ext cx="219456" cy="274320"/>
          </a:xfrm>
          <a:prstGeom prst="rightArrow">
            <a:avLst/>
          </a:prstGeom>
          <a:solidFill>
            <a:srgbClr val="8B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90138" y="1554480"/>
            <a:ext cx="2567178" cy="265176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V2 · 安全守护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跌倒检测求助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家人健康日报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心率 / 血氧体征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93892" y="2697480"/>
            <a:ext cx="219456" cy="274320"/>
          </a:xfrm>
          <a:prstGeom prst="rightArrow">
            <a:avLst/>
          </a:prstGeom>
          <a:solidFill>
            <a:srgbClr val="8B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1636" y="1554480"/>
            <a:ext cx="2567178" cy="265176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V3 · 规模服务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方言扩展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社区护工多对多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端侧模型离线化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35390" y="2697480"/>
            <a:ext cx="219456" cy="274320"/>
          </a:xfrm>
          <a:prstGeom prst="rightArrow">
            <a:avLst/>
          </a:prstGeom>
          <a:solidFill>
            <a:srgbClr val="8B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73134" y="1554480"/>
            <a:ext cx="2567178" cy="265176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长期 · 生态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沉淀为可复用模板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入驻智能体商店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开放工具组件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设计原则：先做深一个场景，再做宽多个场景；每一步都保留可演示、可验证的任务闭环。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519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5200" b="1" i="0">
                <a:solidFill>
                  <a:srgbClr val="6D8DFF"/>
                </a:solidFill>
                <a:latin typeface="Microsoft YaHei"/>
                <a:ea typeface="Microsoft YaHei"/>
              </a:rPr>
              <a:t>谢谢聆听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0" i="0">
                <a:solidFill>
                  <a:srgbClr val="FFB454"/>
                </a:solidFill>
                <a:latin typeface="Microsoft YaHei"/>
                <a:ea typeface="Microsoft YaHei"/>
              </a:rPr>
              <a:t>暖眸——看得见、记得住、靠得住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0" i="0">
                <a:solidFill>
                  <a:srgbClr val="E8EAF6"/>
                </a:solidFill>
                <a:latin typeface="Microsoft YaHei"/>
                <a:ea typeface="Microsoft YaHei"/>
              </a:rPr>
              <a:t>让每一位独居老人，都有一位 24 小时在身边的智能守护者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8B93B8"/>
                </a:solidFill>
                <a:latin typeface="Microsoft YaHei"/>
                <a:ea typeface="Microsoft YaHei"/>
              </a:rPr>
              <a:t>队伍：＿＿＿＿＿＿   |   联系方式：＿＿＿＿＿＿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